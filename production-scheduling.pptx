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4847eec6c48f9" /><Relationship Type="http://schemas.openxmlformats.org/officeDocument/2006/relationships/extended-properties" Target="/docProps/app.xml" Id="R2ba3f098cb8e49b2" /><Relationship Type="http://schemas.openxmlformats.org/officeDocument/2006/relationships/officeDocument" Target="/ppt/presentation.xml" Id="R74a324ee31ba4b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42d1c4e37e489b"/>
  </p:sldMasterIdLst>
  <p:notesMasterIdLst>
    <p:notesMasterId xmlns:r="http://schemas.openxmlformats.org/officeDocument/2006/relationships" r:id="R460df32d33e940f1"/>
  </p:notesMasterIdLst>
  <p:sldIdLst>
    <p:sldId xmlns:r="http://schemas.openxmlformats.org/officeDocument/2006/relationships" id="256" r:id="Rf41a22cbf66d4a22"/>
    <p:sldId xmlns:r="http://schemas.openxmlformats.org/officeDocument/2006/relationships" id="257" r:id="R32fc87d586764e53"/>
    <p:sldId xmlns:r="http://schemas.openxmlformats.org/officeDocument/2006/relationships" id="258" r:id="R198ee30a59b547b0"/>
    <p:sldId xmlns:r="http://schemas.openxmlformats.org/officeDocument/2006/relationships" id="259" r:id="R1a9e6f95e7c644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ecbfa716f41a7" /><Relationship Type="http://schemas.openxmlformats.org/officeDocument/2006/relationships/slideMaster" Target="/ppt/slideMasters/slideMaster1.xml" Id="Re742d1c4e37e489b" /><Relationship Type="http://schemas.openxmlformats.org/officeDocument/2006/relationships/notesMaster" Target="/ppt/notesMasters/notesMaster1.xml" Id="R460df32d33e940f1" /><Relationship Type="http://schemas.openxmlformats.org/officeDocument/2006/relationships/presProps" Target="/ppt/presProps.xml" Id="R352b56c89bfd465a" /><Relationship Type="http://schemas.openxmlformats.org/officeDocument/2006/relationships/tableStyles" Target="/ppt/tableStyles.xml" Id="R041b11a51459491f" /><Relationship Type="http://schemas.openxmlformats.org/officeDocument/2006/relationships/slide" Target="/ppt/slides/slide1.xml" Id="Rf41a22cbf66d4a22" /><Relationship Type="http://schemas.openxmlformats.org/officeDocument/2006/relationships/slide" Target="/ppt/slides/slide2.xml" Id="R32fc87d586764e53" /><Relationship Type="http://schemas.openxmlformats.org/officeDocument/2006/relationships/slide" Target="/ppt/slides/slide3.xml" Id="R198ee30a59b547b0" /><Relationship Type="http://schemas.openxmlformats.org/officeDocument/2006/relationships/slide" Target="/ppt/slides/slide4.xml" Id="R1a9e6f95e7c6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03f0a5c167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fd057ab7804e21" /><Relationship Type="http://schemas.openxmlformats.org/officeDocument/2006/relationships/notesMaster" Target="/ppt/notesMasters/notesMaster1.xml" Id="R621f9f8c73a04f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19e51caa0a4404" /><Relationship Type="http://schemas.openxmlformats.org/officeDocument/2006/relationships/notesMaster" Target="/ppt/notesMasters/notesMaster1.xml" Id="Rf394bcde4da3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b7e1ec7caa46af" /><Relationship Type="http://schemas.openxmlformats.org/officeDocument/2006/relationships/notesMaster" Target="/ppt/notesMasters/notesMaster1.xml" Id="Rab05e2a3617f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809fd774bf44a8" /><Relationship Type="http://schemas.openxmlformats.org/officeDocument/2006/relationships/notesMaster" Target="/ppt/notesMasters/notesMaster1.xml" Id="Re2d7fdf5a19a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e23cdba8d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f0392ba8a84837" /><Relationship Type="http://schemas.openxmlformats.org/officeDocument/2006/relationships/slideLayout" Target="/ppt/slideLayouts/slideLayout1.xml" Id="R672e19f83b0e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e19f83b0e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be4a511bc4406" /><Relationship Type="http://schemas.openxmlformats.org/officeDocument/2006/relationships/image" Target="/ppt/media/image.png" Id="Rfc64a240bd7b4640" /><Relationship Type="http://schemas.openxmlformats.org/officeDocument/2006/relationships/notesSlide" Target="/ppt/notesSlides/notesSlide1.xml" Id="R0c30c50956ae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6424fca0f4e1e" /><Relationship Type="http://schemas.openxmlformats.org/officeDocument/2006/relationships/notesSlide" Target="/ppt/notesSlides/notesSlide2.xml" Id="R15a8c42416f2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444552a3d4b66" /><Relationship Type="http://schemas.openxmlformats.org/officeDocument/2006/relationships/notesSlide" Target="/ppt/notesSlides/notesSlide3.xml" Id="R0e750cd8a8c742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b22b23d1c48c7" /><Relationship Type="http://schemas.openxmlformats.org/officeDocument/2006/relationships/notesSlide" Target="/ppt/notesSlides/notesSlide4.xml" Id="Rdbdfdf73af5d4d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4a240bd7b4640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2DC34-53C3-40E2-A003-B65F967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435E9-2541-4B7F-B074-03C9D565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ACADEMIC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C3DDB-67EC-45EE-B126-9442E977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Production Capacity and Scheduling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1F78F-F7F7-4CB2-BA92-A5DB659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BC5D-EC00-4F25-8365-7CADE2CE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742029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BFDB8-0573-42AB-81AD-0EFF6026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3951-EB1C-466D-9019-CA27785A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52CE-8041-46DE-96CF-AD82FCE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F9AC7-BFF2-40EB-80A4-E50456C7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A due-date-only schedule overloaded one constrained workstation and created a plan that was aggressive but not operationally feasible.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1C40F-B4ED-43B3-95F5-6607CB6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35790-D6D5-44CF-859B-CEA5E3E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EDE62-F4D3-4AF4-AC68-0377F57A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12EDD-3CCB-430D-8E6A-32DBCF6F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Academic model · Capacity · Operations research</a:t>
            </a:r>
          </a:p>
        </p:txBody>
      </p:sp>
    </p:spTree>
    <p:extLst>
      <p:ext uri="{BB962C8B-B14F-4D97-AF65-F5344CB8AC3E}">
        <p14:creationId xmlns:p14="http://schemas.microsoft.com/office/powerpoint/2010/main" val="21175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0FCF5-154A-4328-BDB9-A581BD1A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48860-27CD-43FF-9F6F-7441D056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672F-5CA8-482B-8C59-885FEB3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4F642-4122-4292-86A8-A52E848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EF1F4-9987-4F74-B5D9-B9A6A1A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3FEC9-F39E-4052-BA37-6E3EC70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Mapped routes and processing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A4E04-3CFE-41C6-B449-97B50F55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57356-979A-4A42-925E-6FE5C9E7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06F8A-8CD2-4C7D-A86B-C6B93DB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Identified the bottleneck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64275-2A0C-4F84-8F9D-7D1F569C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BA2D1-029B-40CD-B257-AB76CA9B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E720E-4291-459C-93CB-3EB508C6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Compared sequencing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0943E-C6E1-4E8A-B46F-2426125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9B8F4-F108-40B2-88DC-5DBEA78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D7B61-2232-4D67-9BFC-FFE44FD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Tested capacity and setup scenarios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A92FA-EA62-4BE0-A201-F74C83F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899597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23338-34D4-45C6-858A-3716771E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BD231-F2CE-4B60-8DD9-E72DBD0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Built a modeled schedule with less congestion at the constraint and clearer job-priority tradeoffs.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BED55-B7D1-41DF-944D-E0A7D201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85766-87E2-4B77-968A-95597827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Academic model · Capacity · Operations research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5B404-14A4-45C1-86F3-C2CB307A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2144602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2026-07-24T17:47:03.2870000Z</dcterms:created>
  <dcterms:modified xsi:type="dcterms:W3CDTF">2026-07-24T17:47:03.2870000Z</dcterms:modified>
</coreProperties>
</file>