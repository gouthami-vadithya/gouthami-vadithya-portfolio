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37862eb92345c7" /><Relationship Type="http://schemas.openxmlformats.org/officeDocument/2006/relationships/extended-properties" Target="/docProps/app.xml" Id="Rc90a3d88e3334ee2" /><Relationship Type="http://schemas.openxmlformats.org/officeDocument/2006/relationships/officeDocument" Target="/ppt/presentation.xml" Id="R646da8efd59b43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a5e4a61d394c30"/>
  </p:sldMasterIdLst>
  <p:notesMasterIdLst>
    <p:notesMasterId xmlns:r="http://schemas.openxmlformats.org/officeDocument/2006/relationships" r:id="R8519bf97721e4c9c"/>
  </p:notesMasterIdLst>
  <p:sldIdLst>
    <p:sldId xmlns:r="http://schemas.openxmlformats.org/officeDocument/2006/relationships" id="256" r:id="R615f7dad83a1414c"/>
    <p:sldId xmlns:r="http://schemas.openxmlformats.org/officeDocument/2006/relationships" id="257" r:id="R2380fb75285044e0"/>
    <p:sldId xmlns:r="http://schemas.openxmlformats.org/officeDocument/2006/relationships" id="258" r:id="Re6b468f0a3af4c42"/>
    <p:sldId xmlns:r="http://schemas.openxmlformats.org/officeDocument/2006/relationships" id="259" r:id="R5973c36ef6ca43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e9db09ef674b91" /><Relationship Type="http://schemas.openxmlformats.org/officeDocument/2006/relationships/slideMaster" Target="/ppt/slideMasters/slideMaster1.xml" Id="Re6a5e4a61d394c30" /><Relationship Type="http://schemas.openxmlformats.org/officeDocument/2006/relationships/notesMaster" Target="/ppt/notesMasters/notesMaster1.xml" Id="R8519bf97721e4c9c" /><Relationship Type="http://schemas.openxmlformats.org/officeDocument/2006/relationships/presProps" Target="/ppt/presProps.xml" Id="Red32700ab04f4903" /><Relationship Type="http://schemas.openxmlformats.org/officeDocument/2006/relationships/tableStyles" Target="/ppt/tableStyles.xml" Id="R320a6704916d4ea5" /><Relationship Type="http://schemas.openxmlformats.org/officeDocument/2006/relationships/slide" Target="/ppt/slides/slide1.xml" Id="R615f7dad83a1414c" /><Relationship Type="http://schemas.openxmlformats.org/officeDocument/2006/relationships/slide" Target="/ppt/slides/slide2.xml" Id="R2380fb75285044e0" /><Relationship Type="http://schemas.openxmlformats.org/officeDocument/2006/relationships/slide" Target="/ppt/slides/slide3.xml" Id="Re6b468f0a3af4c42" /><Relationship Type="http://schemas.openxmlformats.org/officeDocument/2006/relationships/slide" Target="/ppt/slides/slide4.xml" Id="R5973c36ef6ca43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08bc58916440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9857549be74f99" /><Relationship Type="http://schemas.openxmlformats.org/officeDocument/2006/relationships/notesMaster" Target="/ppt/notesMasters/notesMaster1.xml" Id="R083d868b55d147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3ce684d0ce4686" /><Relationship Type="http://schemas.openxmlformats.org/officeDocument/2006/relationships/notesMaster" Target="/ppt/notesMasters/notesMaster1.xml" Id="Rbe5001319d6c45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7c60406d5d42fe" /><Relationship Type="http://schemas.openxmlformats.org/officeDocument/2006/relationships/notesMaster" Target="/ppt/notesMasters/notesMaster1.xml" Id="Rd08aebc1f5c14c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287636eb5c4518" /><Relationship Type="http://schemas.openxmlformats.org/officeDocument/2006/relationships/notesMaster" Target="/ppt/notesMasters/notesMaster1.xml" Id="R622114056cf146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resume and portfolio project content.</a:t>
            </a:r>
          </a:p>
          <a:p xmlns:a="http://schemas.openxmlformats.org/drawingml/2006/main">
            <a:r>
              <a:t>- Representative project visual generated for this portfolio.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cf691fa1148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78afd78c074727" /><Relationship Type="http://schemas.openxmlformats.org/officeDocument/2006/relationships/slideLayout" Target="/ppt/slideLayouts/slideLayout1.xml" Id="R4965fd2259d440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65fd2259d440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50f527a8e4757" /><Relationship Type="http://schemas.openxmlformats.org/officeDocument/2006/relationships/image" Target="/ppt/media/image.png" Id="Re46d8673746b4bd8" /><Relationship Type="http://schemas.openxmlformats.org/officeDocument/2006/relationships/notesSlide" Target="/ppt/notesSlides/notesSlide1.xml" Id="Rf27a9fa41fbd43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d911e275841cc" /><Relationship Type="http://schemas.openxmlformats.org/officeDocument/2006/relationships/notesSlide" Target="/ppt/notesSlides/notesSlide2.xml" Id="R5449ba5d9bab44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45f7afd5f4ac9" /><Relationship Type="http://schemas.openxmlformats.org/officeDocument/2006/relationships/notesSlide" Target="/ppt/notesSlides/notesSlide3.xml" Id="R0e8521e5afb24d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057ef7c5b417d" /><Relationship Type="http://schemas.openxmlformats.org/officeDocument/2006/relationships/notesSlide" Target="/ppt/notesSlides/notesSlide4.xml" Id="R7cf1a8a49f6b4a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d8673746b4bd8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D4D60-F1E0-42B3-9557-56241446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1143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D4701-BA9F-40A3-827A-F1E3DD75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ONE ACCOUNTABLE WORKFLOW ACROSS THREE LOCATIONS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12EC5-324F-4D8D-8198-3241CB79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1F33"/>
                </a:solidFill>
              </a:defRPr>
            </a:pPr>
            <a:r>
              <a:rPr sz="3750" b="1">
                <a:solidFill>
                  <a:srgbClr val="0B1F33"/>
                </a:solidFill>
              </a:rPr>
              <a:t>Centralized Receiving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082C4-5AB7-44B5-A68A-7CF16044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474"/>
                </a:solidFill>
              </a:defRPr>
            </a:pPr>
            <a:r>
              <a:rPr sz="1500">
                <a:solidFill>
                  <a:srgbClr val="586474"/>
                </a:solidFill>
              </a:rPr>
              <a:t>Gouthami Vadithya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295C9-DB6A-4931-B7F5-466C31AD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88A44"/>
                </a:solidFill>
              </a:defRPr>
            </a:pPr>
            <a:r>
              <a:rPr sz="1050">
                <a:solidFill>
                  <a:srgbClr val="B88A44"/>
                </a:solidFill>
              </a:rPr>
              <a:t>Procurement · Supply Chain · Operations</a:t>
            </a:r>
          </a:p>
        </p:txBody>
      </p:sp>
    </p:spTree>
    <p:extLst>
      <p:ext uri="{BB962C8B-B14F-4D97-AF65-F5344CB8AC3E}">
        <p14:creationId xmlns:p14="http://schemas.microsoft.com/office/powerpoint/2010/main" val="14386096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EBBB33-6981-4538-A202-D8C3B230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The problem worth solving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8B15F-8E2E-4F0F-B89B-C5D63833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BC696-66A9-449E-80B4-533CE9EA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solidFill>
              <a:srgbClr val="D9DE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DC120-E93C-4C7A-917E-EA5C08DE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723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B1F33"/>
                </a:solidFill>
              </a:defRPr>
            </a:pPr>
            <a:r>
              <a:rPr sz="2100">
                <a:solidFill>
                  <a:srgbClr val="0B1F33"/>
                </a:solidFill>
              </a:rPr>
              <a:t>Receiving practices varied by location, weakening traceability between delivery, inspection, internal distribution, goods receipt, and invoice matching.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CBF32-47C4-4CCE-A9BA-ADEB1F1A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38300"/>
            <a:ext cx="2381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DD817-6AC8-41DE-A312-6E3FF939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2C1B7"/>
                </a:solidFill>
              </a:defRPr>
            </a:pPr>
            <a:r>
              <a:rPr sz="975" b="1">
                <a:solidFill>
                  <a:srgbClr val="72C1B7"/>
                </a:solidFill>
              </a:rPr>
              <a:t>WHY IT MATTERED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17360-1265-4C9B-8FAA-C567C849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19375"/>
            <a:ext cx="1762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The issue affected decisions, ownership, and execution, not just reporting.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70A04-09CB-4953-8170-0645B37A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3 locations · SAP Ariba · Process design</a:t>
            </a:r>
          </a:p>
        </p:txBody>
      </p:sp>
    </p:spTree>
    <p:extLst>
      <p:ext uri="{BB962C8B-B14F-4D97-AF65-F5344CB8AC3E}">
        <p14:creationId xmlns:p14="http://schemas.microsoft.com/office/powerpoint/2010/main" val="15844658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0AB66D-9F71-469B-8927-17AA8A14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F33"/>
                </a:solidFill>
              </a:defRPr>
            </a:pPr>
            <a:r>
              <a:rPr sz="2700" b="1">
                <a:solidFill>
                  <a:srgbClr val="0B1F33"/>
                </a:solidFill>
              </a:rPr>
              <a:t>How I approached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92379-6898-4A96-A261-76C29659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43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EDE63-22BC-414D-80ED-6B05CB15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2"/>
          </a:solidFill>
          <a:ln xmlns:a="http://schemas.openxmlformats.org/drawingml/2006/main" w="0">
            <a:solidFill>
              <a:srgbClr val="D9DE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B41C3-3DD9-4734-B052-3791EED1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31B34-37D3-4DA5-858C-0855AD11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6B13D-0C4D-4197-A32E-9C70384F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Mapped the current state from the PO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6DAD2-C2AE-477A-ABED-DF99AC10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277C64-8DF3-4E14-92C2-4B253FC7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B33E8-E799-4E5F-864D-BB00F4A2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Defined scan and inspection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C539C-7576-4EFE-9782-7C0906A9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5C32B-AE88-4C86-BBA0-21986B56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3C788-1D79-4253-9F54-446853CC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Assigned handoffs and ownership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3D858-9260-4F7E-A53C-BD5968B3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14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8A44"/>
                </a:solidFill>
              </a:defRPr>
            </a:pPr>
            <a:r>
              <a:rPr sz="2100" b="1">
                <a:solidFill>
                  <a:srgbClr val="B88A44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9E004-7E9C-4F8E-B328-C7ADCEB0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86000"/>
            <a:ext cx="215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89ED5-961F-412E-89F8-E8BA6A84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Connected receipts to invoice exceptions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BDCDD9-20DE-4056-B2FA-C11E2469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586474"/>
                </a:solidFill>
              </a:defRPr>
            </a:pPr>
            <a:r>
              <a:rPr sz="1500">
                <a:solidFill>
                  <a:srgbClr val="586474"/>
                </a:solidFill>
              </a:rPr>
              <a:t>The sequence moved from defining the decision to building evidence, testing options, and making the recommendation usable.</a:t>
            </a:r>
          </a:p>
        </p:txBody>
      </p:sp>
    </p:spTree>
    <p:extLst>
      <p:ext uri="{BB962C8B-B14F-4D97-AF65-F5344CB8AC3E}">
        <p14:creationId xmlns:p14="http://schemas.microsoft.com/office/powerpoint/2010/main" val="7752906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2F7ADF-B7B0-4484-A3BD-80501A20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What changed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EF4C5-152B-420B-9107-731222E5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828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Designed a single receiving model covering the full journey from approved purchase order to internal delivery and three-way match.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769B5-3D34-4A04-903C-56156D99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29DC1-6C0D-4BC5-9811-F26B59DE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2C1B7"/>
                </a:solidFill>
              </a:defRPr>
            </a:pPr>
            <a:r>
              <a:rPr sz="1650" b="1">
                <a:solidFill>
                  <a:srgbClr val="72C1B7"/>
                </a:solidFill>
              </a:rPr>
              <a:t>3 locations · SAP Ariba · Process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D23A0-6B3C-4B07-B47E-EC263145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9B6C2"/>
                </a:solidFill>
              </a:defRPr>
            </a:pPr>
            <a:r>
              <a:rPr sz="1050">
                <a:solidFill>
                  <a:srgbClr val="A9B6C2"/>
                </a:solidFill>
              </a:rPr>
              <a:t>Portfolio case study by Gouthami Vadithya</a:t>
            </a:r>
          </a:p>
        </p:txBody>
      </p:sp>
    </p:spTree>
    <p:extLst>
      <p:ext uri="{BB962C8B-B14F-4D97-AF65-F5344CB8AC3E}">
        <p14:creationId xmlns:p14="http://schemas.microsoft.com/office/powerpoint/2010/main" val="568869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2026-07-24T17:47:02.2850000Z</dcterms:created>
  <dcterms:modified xsi:type="dcterms:W3CDTF">2026-07-24T17:47:02.2850000Z</dcterms:modified>
</coreProperties>
</file>