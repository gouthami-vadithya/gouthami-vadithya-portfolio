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7c4f994344b1a" /><Relationship Type="http://schemas.openxmlformats.org/officeDocument/2006/relationships/extended-properties" Target="/docProps/app.xml" Id="R04c0c66f8eb94b29" /><Relationship Type="http://schemas.openxmlformats.org/officeDocument/2006/relationships/officeDocument" Target="/ppt/presentation.xml" Id="R9347d539ddb440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206626308544b0"/>
  </p:sldMasterIdLst>
  <p:notesMasterIdLst>
    <p:notesMasterId xmlns:r="http://schemas.openxmlformats.org/officeDocument/2006/relationships" r:id="R0d4ebdd6a3af49f2"/>
  </p:notesMasterIdLst>
  <p:sldIdLst>
    <p:sldId xmlns:r="http://schemas.openxmlformats.org/officeDocument/2006/relationships" id="256" r:id="Rac43c717742b48e4"/>
    <p:sldId xmlns:r="http://schemas.openxmlformats.org/officeDocument/2006/relationships" id="257" r:id="R65901430e45d40ac"/>
    <p:sldId xmlns:r="http://schemas.openxmlformats.org/officeDocument/2006/relationships" id="258" r:id="R896ef8d2b1e44417"/>
    <p:sldId xmlns:r="http://schemas.openxmlformats.org/officeDocument/2006/relationships" id="259" r:id="R042eba5303d742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351ee18584447" /><Relationship Type="http://schemas.openxmlformats.org/officeDocument/2006/relationships/slideMaster" Target="/ppt/slideMasters/slideMaster1.xml" Id="R22206626308544b0" /><Relationship Type="http://schemas.openxmlformats.org/officeDocument/2006/relationships/notesMaster" Target="/ppt/notesMasters/notesMaster1.xml" Id="R0d4ebdd6a3af49f2" /><Relationship Type="http://schemas.openxmlformats.org/officeDocument/2006/relationships/presProps" Target="/ppt/presProps.xml" Id="R24bfea71cf01414c" /><Relationship Type="http://schemas.openxmlformats.org/officeDocument/2006/relationships/tableStyles" Target="/ppt/tableStyles.xml" Id="Ra72332366a814f85" /><Relationship Type="http://schemas.openxmlformats.org/officeDocument/2006/relationships/slide" Target="/ppt/slides/slide1.xml" Id="Rac43c717742b48e4" /><Relationship Type="http://schemas.openxmlformats.org/officeDocument/2006/relationships/slide" Target="/ppt/slides/slide2.xml" Id="R65901430e45d40ac" /><Relationship Type="http://schemas.openxmlformats.org/officeDocument/2006/relationships/slide" Target="/ppt/slides/slide3.xml" Id="R896ef8d2b1e44417" /><Relationship Type="http://schemas.openxmlformats.org/officeDocument/2006/relationships/slide" Target="/ppt/slides/slide4.xml" Id="R042eba5303d742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d04037d6343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6c1ddef294077" /><Relationship Type="http://schemas.openxmlformats.org/officeDocument/2006/relationships/notesMaster" Target="/ppt/notesMasters/notesMaster1.xml" Id="R58dc080396c844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7a7c924ee84fbf" /><Relationship Type="http://schemas.openxmlformats.org/officeDocument/2006/relationships/notesMaster" Target="/ppt/notesMasters/notesMaster1.xml" Id="Raea80ce95ac449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35063d2bef4473" /><Relationship Type="http://schemas.openxmlformats.org/officeDocument/2006/relationships/notesMaster" Target="/ppt/notesMasters/notesMaster1.xml" Id="Rb4be41de13f947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88efd5881641b8" /><Relationship Type="http://schemas.openxmlformats.org/officeDocument/2006/relationships/notesMaster" Target="/ppt/notesMasters/notesMaster1.xml" Id="R0374e606cd4744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5d5ce224b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34c714cbe3438e" /><Relationship Type="http://schemas.openxmlformats.org/officeDocument/2006/relationships/slideLayout" Target="/ppt/slideLayouts/slideLayout1.xml" Id="R77f2ab709b4247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f2ab709b4247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975473b0144fa" /><Relationship Type="http://schemas.openxmlformats.org/officeDocument/2006/relationships/image" Target="/ppt/media/image.png" Id="Rb6c89cb6e0f447b8" /><Relationship Type="http://schemas.openxmlformats.org/officeDocument/2006/relationships/notesSlide" Target="/ppt/notesSlides/notesSlide1.xml" Id="R91ad4d18963d44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421a4e4194e27" /><Relationship Type="http://schemas.openxmlformats.org/officeDocument/2006/relationships/notesSlide" Target="/ppt/notesSlides/notesSlide2.xml" Id="Rcf005e06dfbf4f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c8a96735543dd" /><Relationship Type="http://schemas.openxmlformats.org/officeDocument/2006/relationships/notesSlide" Target="/ppt/notesSlides/notesSlide3.xml" Id="R62361e54a332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9989d5bef4dac" /><Relationship Type="http://schemas.openxmlformats.org/officeDocument/2006/relationships/notesSlide" Target="/ppt/notesSlides/notesSlide4.xml" Id="Rdf0776291c5243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89cb6e0f447b8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F96DB-2820-44C1-A8C6-F9216BB3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8C2EB-BEDF-4451-8048-CA4D7C5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TURNING SUPPLIER DATA INTO WEEKLY CORRECTIVE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5554D-5C72-4F0B-91F4-5D2D72B0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Supplier Performance Scorecard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3309B-49B4-4557-AC90-75B88E3D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A7EB0-1AD2-42A4-A070-9F07E606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900365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39EF1-C4DB-4FD1-8024-6EC73F09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6FA44-90B8-4AB5-A7D4-B7CED02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DF8B-463D-4C30-A374-F37E5CA8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5363E-1051-4FF3-A2A1-383A59BA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Supplier conversations were reactive and spread across delivery updates, quality issues, expediting, and cost discussions.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85733-5210-4EF4-86E4-E8E1B6C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0ED52-3077-4105-9034-BD88F60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749E2-4778-4639-9857-69454A51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EBEE1-DB49-4B3C-8218-98BD6E2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OTD · OTIF · Quality · Cost · Corrective action</a:t>
            </a:r>
          </a:p>
        </p:txBody>
      </p:sp>
    </p:spTree>
    <p:extLst>
      <p:ext uri="{BB962C8B-B14F-4D97-AF65-F5344CB8AC3E}">
        <p14:creationId xmlns:p14="http://schemas.microsoft.com/office/powerpoint/2010/main" val="1920467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686CE-4D0D-415E-ADA3-8EB9C94C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B830D-4CB6-48C7-B22B-A21EC890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F288-0B9C-4264-A48C-A95E90C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A779A-1B85-4E27-A789-DAC3E38C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86013-31AB-44C2-A567-4E405150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6FA9C-F872-48AC-8E42-9D83961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Defined shared performance measures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AB2BA-3EF5-4B44-AFE0-8119D5A1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ECBC-213B-4384-A4E4-355834E2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B2117-1319-4B9F-BF3A-3A8C4A6F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Built a weekly supplier scorecard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1EEDA-9CAE-450A-9314-B66D307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BFEF4-7D33-45D9-A510-178561F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1D112-B003-4E00-8D14-9DEB89D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Prioritized risk using trends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540DC-CD6F-4D5C-960A-6541F5A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50F45-458F-492C-9116-BC66AB71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49F04-9228-46F9-831E-C2E44388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Assigned corrective actions and owners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0BDE6-0A58-4C68-A875-CF0DB2C3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2119318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ECFBA-1371-460C-83ED-F90AAF5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68D3D-F677-49C6-9944-8BFA122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Established one fact base for supplier reviews and supported 98% delivery performance with clearer accountability.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10892-B37B-430F-87EC-88C9D0F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B327C-D2D8-4F5E-82A3-D5097F6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OTD · OTIF · Quality · Cost · Corrective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BE3D1-412C-4A55-B441-4EAB033A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714581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2026-07-24T17:47:02.4730000Z</dcterms:created>
  <dcterms:modified xsi:type="dcterms:W3CDTF">2026-07-24T17:47:02.4730000Z</dcterms:modified>
</coreProperties>
</file>