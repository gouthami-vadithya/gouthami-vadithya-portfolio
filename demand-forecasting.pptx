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242496883942e7" /><Relationship Type="http://schemas.openxmlformats.org/officeDocument/2006/relationships/extended-properties" Target="/docProps/app.xml" Id="Rb2cc1eb51181457b" /><Relationship Type="http://schemas.openxmlformats.org/officeDocument/2006/relationships/officeDocument" Target="/ppt/presentation.xml" Id="Rfba2e4f2921f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4834dc70547de"/>
  </p:sldMasterIdLst>
  <p:notesMasterIdLst>
    <p:notesMasterId xmlns:r="http://schemas.openxmlformats.org/officeDocument/2006/relationships" r:id="R20807397f944436b"/>
  </p:notesMasterIdLst>
  <p:sldIdLst>
    <p:sldId xmlns:r="http://schemas.openxmlformats.org/officeDocument/2006/relationships" id="256" r:id="R356c20b3dd1845d8"/>
    <p:sldId xmlns:r="http://schemas.openxmlformats.org/officeDocument/2006/relationships" id="257" r:id="R8818dfb1baf141a8"/>
    <p:sldId xmlns:r="http://schemas.openxmlformats.org/officeDocument/2006/relationships" id="258" r:id="Rb838a5d5f5054ba3"/>
    <p:sldId xmlns:r="http://schemas.openxmlformats.org/officeDocument/2006/relationships" id="259" r:id="R02fbf8f820bf4e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cb12c2201d4c29" /><Relationship Type="http://schemas.openxmlformats.org/officeDocument/2006/relationships/slideMaster" Target="/ppt/slideMasters/slideMaster1.xml" Id="Rc4f4834dc70547de" /><Relationship Type="http://schemas.openxmlformats.org/officeDocument/2006/relationships/notesMaster" Target="/ppt/notesMasters/notesMaster1.xml" Id="R20807397f944436b" /><Relationship Type="http://schemas.openxmlformats.org/officeDocument/2006/relationships/presProps" Target="/ppt/presProps.xml" Id="R268a09a122c74a3b" /><Relationship Type="http://schemas.openxmlformats.org/officeDocument/2006/relationships/tableStyles" Target="/ppt/tableStyles.xml" Id="Rb36efd44e4584be1" /><Relationship Type="http://schemas.openxmlformats.org/officeDocument/2006/relationships/slide" Target="/ppt/slides/slide1.xml" Id="R356c20b3dd1845d8" /><Relationship Type="http://schemas.openxmlformats.org/officeDocument/2006/relationships/slide" Target="/ppt/slides/slide2.xml" Id="R8818dfb1baf141a8" /><Relationship Type="http://schemas.openxmlformats.org/officeDocument/2006/relationships/slide" Target="/ppt/slides/slide3.xml" Id="Rb838a5d5f5054ba3" /><Relationship Type="http://schemas.openxmlformats.org/officeDocument/2006/relationships/slide" Target="/ppt/slides/slide4.xml" Id="R02fbf8f820bf4e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5514dc90742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d8834434f410a" /><Relationship Type="http://schemas.openxmlformats.org/officeDocument/2006/relationships/notesMaster" Target="/ppt/notesMasters/notesMaster1.xml" Id="Rc5e50e459b4e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12cb85c484f99" /><Relationship Type="http://schemas.openxmlformats.org/officeDocument/2006/relationships/notesMaster" Target="/ppt/notesMasters/notesMaster1.xml" Id="Rb396e1ef276446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432245caf475b" /><Relationship Type="http://schemas.openxmlformats.org/officeDocument/2006/relationships/notesMaster" Target="/ppt/notesMasters/notesMaster1.xml" Id="R6a18ed137a1b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8d25066fea4002" /><Relationship Type="http://schemas.openxmlformats.org/officeDocument/2006/relationships/notesMaster" Target="/ppt/notesMasters/notesMaster1.xml" Id="R0e048ec9fa1d48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226a9e1574a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85425b501a4528" /><Relationship Type="http://schemas.openxmlformats.org/officeDocument/2006/relationships/slideLayout" Target="/ppt/slideLayouts/slideLayout1.xml" Id="R446ed337e44c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6ed337e44c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c11aec2a4db4" /><Relationship Type="http://schemas.openxmlformats.org/officeDocument/2006/relationships/image" Target="/ppt/media/image.png" Id="Rcddf7a686ef24039" /><Relationship Type="http://schemas.openxmlformats.org/officeDocument/2006/relationships/notesSlide" Target="/ppt/notesSlides/notesSlide1.xml" Id="R5291e5e207aa4c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9e43a540a4d2c" /><Relationship Type="http://schemas.openxmlformats.org/officeDocument/2006/relationships/notesSlide" Target="/ppt/notesSlides/notesSlide2.xml" Id="R8dfe2a9d647345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dc3d419954e07" /><Relationship Type="http://schemas.openxmlformats.org/officeDocument/2006/relationships/notesSlide" Target="/ppt/notesSlides/notesSlide3.xml" Id="Rf6a1791f9117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92b6450a456f" /><Relationship Type="http://schemas.openxmlformats.org/officeDocument/2006/relationships/notesSlide" Target="/ppt/notesSlides/notesSlide4.xml" Id="R6b238707476e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f7a686ef24039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89F56-FADC-463F-9F44-7F05B83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3A73C-3432-4E84-93A8-E1DADAF1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ACADEMIC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D8678-4A63-481F-BCE3-6C0C466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Demand Forecasting and S&amp;OP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2D607-48B8-4B9D-8C2F-6FB577B2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67050-2921-4ECF-A859-D0FB8E58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1277024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DA5F1-D853-4754-9296-DCB0303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37582-A048-4596-83F0-0150203E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A2DF2-1C9D-4477-B9AD-1E601C40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150A3-C7F8-42D6-9CDE-261CA37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Seasonal demand, promotions, and forecast bias made a single historical average unreliable for inventory and capacity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7FCE6-3748-43F8-89B9-2011DD0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BE4C3-3B43-4A83-B23E-98B389C8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56911-0B0D-47CC-8208-0E7C00EB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D4501-3DC4-4675-9A1C-B265CF5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Academic model · Forecasting · Scenario planning</a:t>
            </a:r>
          </a:p>
        </p:txBody>
      </p:sp>
    </p:spTree>
    <p:extLst>
      <p:ext uri="{BB962C8B-B14F-4D97-AF65-F5344CB8AC3E}">
        <p14:creationId xmlns:p14="http://schemas.microsoft.com/office/powerpoint/2010/main" val="984779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F2FD0-6292-4346-B973-3592CBE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86EC0-59C4-41AF-A3AE-1007727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2E87-6FAD-4507-9666-E21C609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BDAFA-736B-47A1-B753-22C53DE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50BE-951E-40E3-A021-127E2614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7F7E7-1F9E-46F1-B37F-8C4B4F5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Separated trend and seasonality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AA811-C710-498A-987E-8A9D0F5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D9E7D-CF5D-43C1-AB80-468CD620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435BD-83C0-497E-880F-A0FC387D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Compared forecasting methods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0E0F-3FDF-4A73-9839-6779B717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0DDCA-2B1D-4806-B6F1-CE5F683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EB08E-5348-4A2A-AC04-1831209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Measured MAPE and bias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44B91-57C6-4120-9B89-A068666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1729E-0AEC-4BA3-B7D5-03BC437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06592-8F8D-4586-84C8-063536BD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Built base, upside, and downside plans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EDE48-B176-4393-856B-1C99ADD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2156651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488FD-EB9E-43C2-B89D-3217714D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FBF8-48D1-46D7-8A00-F2D7AD48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Produced a modeled, decision-ready forecast connected to inventory, capacity, and a monthly S&amp;OP cadence.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F2D60-D3D7-4C55-A634-6648FBE6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F260B-CFFE-458B-A0D8-2412D528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Academic model · Forecasting · Scenario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3C504-1E3F-4021-99F5-9009DE5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101548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2026-07-24T17:47:03.1220000Z</dcterms:created>
  <dcterms:modified xsi:type="dcterms:W3CDTF">2026-07-24T17:47:03.1220000Z</dcterms:modified>
</coreProperties>
</file>