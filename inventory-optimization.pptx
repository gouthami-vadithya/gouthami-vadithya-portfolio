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fb00a864944ada" /><Relationship Type="http://schemas.openxmlformats.org/officeDocument/2006/relationships/extended-properties" Target="/docProps/app.xml" Id="R2afb24f4e6f94caf" /><Relationship Type="http://schemas.openxmlformats.org/officeDocument/2006/relationships/officeDocument" Target="/ppt/presentation.xml" Id="R4ca189ac04cc40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a87e034d014d0a"/>
  </p:sldMasterIdLst>
  <p:notesMasterIdLst>
    <p:notesMasterId xmlns:r="http://schemas.openxmlformats.org/officeDocument/2006/relationships" r:id="R888062857bbb4d20"/>
  </p:notesMasterIdLst>
  <p:sldIdLst>
    <p:sldId xmlns:r="http://schemas.openxmlformats.org/officeDocument/2006/relationships" id="256" r:id="R500d8440f2e645d1"/>
    <p:sldId xmlns:r="http://schemas.openxmlformats.org/officeDocument/2006/relationships" id="257" r:id="R6733da26fcda47a9"/>
    <p:sldId xmlns:r="http://schemas.openxmlformats.org/officeDocument/2006/relationships" id="258" r:id="Rb447c1e803484348"/>
    <p:sldId xmlns:r="http://schemas.openxmlformats.org/officeDocument/2006/relationships" id="259" r:id="R6cd21d4e156047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b558b64e3d47e7" /><Relationship Type="http://schemas.openxmlformats.org/officeDocument/2006/relationships/slideMaster" Target="/ppt/slideMasters/slideMaster1.xml" Id="Reba87e034d014d0a" /><Relationship Type="http://schemas.openxmlformats.org/officeDocument/2006/relationships/notesMaster" Target="/ppt/notesMasters/notesMaster1.xml" Id="R888062857bbb4d20" /><Relationship Type="http://schemas.openxmlformats.org/officeDocument/2006/relationships/presProps" Target="/ppt/presProps.xml" Id="Rf722797825754da6" /><Relationship Type="http://schemas.openxmlformats.org/officeDocument/2006/relationships/tableStyles" Target="/ppt/tableStyles.xml" Id="R8e9a5b07ff834547" /><Relationship Type="http://schemas.openxmlformats.org/officeDocument/2006/relationships/slide" Target="/ppt/slides/slide1.xml" Id="R500d8440f2e645d1" /><Relationship Type="http://schemas.openxmlformats.org/officeDocument/2006/relationships/slide" Target="/ppt/slides/slide2.xml" Id="R6733da26fcda47a9" /><Relationship Type="http://schemas.openxmlformats.org/officeDocument/2006/relationships/slide" Target="/ppt/slides/slide3.xml" Id="Rb447c1e803484348" /><Relationship Type="http://schemas.openxmlformats.org/officeDocument/2006/relationships/slide" Target="/ppt/slides/slide4.xml" Id="R6cd21d4e156047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86cbce122040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5bae22e41640ec" /><Relationship Type="http://schemas.openxmlformats.org/officeDocument/2006/relationships/notesMaster" Target="/ppt/notesMasters/notesMaster1.xml" Id="R5725215250c242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bdbfb3f31f4ebd" /><Relationship Type="http://schemas.openxmlformats.org/officeDocument/2006/relationships/notesMaster" Target="/ppt/notesMasters/notesMaster1.xml" Id="R9cd0cc6862044d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300820271c4da9" /><Relationship Type="http://schemas.openxmlformats.org/officeDocument/2006/relationships/notesMaster" Target="/ppt/notesMasters/notesMaster1.xml" Id="R0f6c9bd1b197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984da8ea534ced" /><Relationship Type="http://schemas.openxmlformats.org/officeDocument/2006/relationships/notesMaster" Target="/ppt/notesMasters/notesMaster1.xml" Id="R2f7a475655a340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fe32306854d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ea5ca71c6341ec" /><Relationship Type="http://schemas.openxmlformats.org/officeDocument/2006/relationships/slideLayout" Target="/ppt/slideLayouts/slideLayout1.xml" Id="Ra4f4b75e3dcf4d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f4b75e3dcf4d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b8481a07c4bb0" /><Relationship Type="http://schemas.openxmlformats.org/officeDocument/2006/relationships/image" Target="/ppt/media/image.png" Id="R7fab2a4a74a44360" /><Relationship Type="http://schemas.openxmlformats.org/officeDocument/2006/relationships/notesSlide" Target="/ppt/notesSlides/notesSlide1.xml" Id="Ra2136266f44747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2a14b2e8b43c4" /><Relationship Type="http://schemas.openxmlformats.org/officeDocument/2006/relationships/notesSlide" Target="/ppt/notesSlides/notesSlide2.xml" Id="R55978a64f14445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d425631c84380" /><Relationship Type="http://schemas.openxmlformats.org/officeDocument/2006/relationships/notesSlide" Target="/ppt/notesSlides/notesSlide3.xml" Id="Rb958431d006c4f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54bda83824e06" /><Relationship Type="http://schemas.openxmlformats.org/officeDocument/2006/relationships/notesSlide" Target="/ppt/notesSlides/notesSlide4.xml" Id="R5169f54a335b4d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b2a4a74a44360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9964C-33E2-4398-BA3A-FCDB4B0B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14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8A55C-6E3E-47A4-B790-36CAFB5D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RESETTING REPLENISHMENT RULES AROUND VALUE AND DEMAND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6D619-D939-40E2-BF13-0B63C022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F33"/>
                </a:solidFill>
              </a:defRPr>
            </a:pPr>
            <a:r>
              <a:rPr sz="3750" b="1">
                <a:solidFill>
                  <a:srgbClr val="0B1F33"/>
                </a:solidFill>
              </a:rPr>
              <a:t>Inventory 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B18CC-51F7-458A-AA60-3DDBD671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Gouthami Vadithya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867D2-1F91-4F80-A5A2-DA9987C2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8A44"/>
                </a:solidFill>
              </a:defRPr>
            </a:pPr>
            <a:r>
              <a:rPr sz="1050">
                <a:solidFill>
                  <a:srgbClr val="B88A44"/>
                </a:solidFill>
              </a:rPr>
              <a:t>Procurement · Supply Chain · Operations</a:t>
            </a:r>
          </a:p>
        </p:txBody>
      </p:sp>
    </p:spTree>
    <p:extLst>
      <p:ext uri="{BB962C8B-B14F-4D97-AF65-F5344CB8AC3E}">
        <p14:creationId xmlns:p14="http://schemas.microsoft.com/office/powerpoint/2010/main" val="947965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8EFEB8-01AC-4CC3-9E90-86EC5565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problem worth solving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5471D-5D46-42C5-928D-A6E8F16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EF11E-2900-4CFF-B4D6-9CBC329D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CF4BB-37B5-4CB6-BDCA-DD111303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F33"/>
                </a:solidFill>
              </a:defRPr>
            </a:pPr>
            <a:r>
              <a:rPr sz="2100">
                <a:solidFill>
                  <a:srgbClr val="0B1F33"/>
                </a:solidFill>
              </a:rPr>
              <a:t>Static reorder settings did not reflect differences in item value, demand variability, or lead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5768D-1B04-45AC-95E2-8FB97A65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75AFF-01C0-4499-8383-066DC72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C1B7"/>
                </a:solidFill>
              </a:defRPr>
            </a:pPr>
            <a:r>
              <a:rPr sz="975" b="1">
                <a:solidFill>
                  <a:srgbClr val="72C1B7"/>
                </a:solidFill>
              </a:rPr>
              <a:t>WHY IT MATTERED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ACF3E-8C2E-44B7-B9CC-6FF07390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The issue affected decisions, ownership, and execution, not just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CE23F-8968-4083-8585-058049AE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Tableau · ABC analysis · Safety stock</a:t>
            </a:r>
          </a:p>
        </p:txBody>
      </p:sp>
    </p:spTree>
    <p:extLst>
      <p:ext uri="{BB962C8B-B14F-4D97-AF65-F5344CB8AC3E}">
        <p14:creationId xmlns:p14="http://schemas.microsoft.com/office/powerpoint/2010/main" val="548274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FCA913-7A23-47B2-9706-F2A8D309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How I approached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FCC24-2BB4-454E-B243-B3D831AB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B670F-9DA5-4906-A627-E0323AC6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DBDF-95A9-4F1A-BBD5-1FF502A9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00AAE-D8AC-4EAD-853F-6B1971F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04A5E-347E-4095-BD0F-6061E5FC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Segmented items using ABC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A8C4E-A871-48FD-97E5-A773BC6F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E4A88-004E-47A6-B45F-947A9CF7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E67D9-0DCB-4207-A8A8-981471D5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Reset min, max, and safety stock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EE86E-5CC0-4161-9EB2-25BEF202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41D26-53E8-43F5-9638-EEE5B328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7ED6E-C731-4446-86A8-9015664A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Linked policy to demand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64C88-BE6E-4915-BA7E-B3D2ED42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8D847-2614-4DE6-A8C7-F256F3CF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96129-5E8E-4662-8382-73BD184E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Built inventory-risk visibility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A71EB-7B31-47D6-8C19-E7198A17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The sequence moved from defining the decision to building evidence, testing options, and making the recommendation usable.</a:t>
            </a:r>
          </a:p>
        </p:txBody>
      </p:sp>
    </p:spTree>
    <p:extLst>
      <p:ext uri="{BB962C8B-B14F-4D97-AF65-F5344CB8AC3E}">
        <p14:creationId xmlns:p14="http://schemas.microsoft.com/office/powerpoint/2010/main" val="1803479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DBCE82-FD55-40F0-98E0-4FBCFDBD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B449A-CDFD-43E9-940C-533B9D1F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Improved replenishment discipline and identified $30K in annual carrying-cost savings in the project analysis.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121FD-0213-40D5-9E81-CC61E727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CDA61-52BF-4BB3-808E-76523D36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2C1B7"/>
                </a:solidFill>
              </a:defRPr>
            </a:pPr>
            <a:r>
              <a:rPr sz="1650" b="1">
                <a:solidFill>
                  <a:srgbClr val="72C1B7"/>
                </a:solidFill>
              </a:rPr>
              <a:t>Tableau · ABC analysis · Safety stock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D85CF-9190-40E4-9494-3B7F191F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6C2"/>
                </a:solidFill>
              </a:defRPr>
            </a:pPr>
            <a:r>
              <a:rPr sz="1050">
                <a:solidFill>
                  <a:srgbClr val="A9B6C2"/>
                </a:solidFill>
              </a:rPr>
              <a:t>Portfolio case study by Gouthami Vadithya</a:t>
            </a:r>
          </a:p>
        </p:txBody>
      </p:sp>
    </p:spTree>
    <p:extLst>
      <p:ext uri="{BB962C8B-B14F-4D97-AF65-F5344CB8AC3E}">
        <p14:creationId xmlns:p14="http://schemas.microsoft.com/office/powerpoint/2010/main" val="2032391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2026-07-24T17:47:02.6100000Z</dcterms:created>
  <dcterms:modified xsi:type="dcterms:W3CDTF">2026-07-24T17:47:02.6100000Z</dcterms:modified>
</coreProperties>
</file>