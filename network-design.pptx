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8573e6b924827" /><Relationship Type="http://schemas.openxmlformats.org/officeDocument/2006/relationships/extended-properties" Target="/docProps/app.xml" Id="R60977ac4488d4471" /><Relationship Type="http://schemas.openxmlformats.org/officeDocument/2006/relationships/officeDocument" Target="/ppt/presentation.xml" Id="Re23638e8eadb4a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69cca75db4a96"/>
  </p:sldMasterIdLst>
  <p:notesMasterIdLst>
    <p:notesMasterId xmlns:r="http://schemas.openxmlformats.org/officeDocument/2006/relationships" r:id="R7cd9cecf475b4e04"/>
  </p:notesMasterIdLst>
  <p:sldIdLst>
    <p:sldId xmlns:r="http://schemas.openxmlformats.org/officeDocument/2006/relationships" id="256" r:id="R0b8b2e737a9945fe"/>
    <p:sldId xmlns:r="http://schemas.openxmlformats.org/officeDocument/2006/relationships" id="257" r:id="R00a591d3592b414a"/>
    <p:sldId xmlns:r="http://schemas.openxmlformats.org/officeDocument/2006/relationships" id="258" r:id="Re87cd89a0fa94e96"/>
    <p:sldId xmlns:r="http://schemas.openxmlformats.org/officeDocument/2006/relationships" id="259" r:id="R4b20b1c0ded342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95f4552db4407" /><Relationship Type="http://schemas.openxmlformats.org/officeDocument/2006/relationships/slideMaster" Target="/ppt/slideMasters/slideMaster1.xml" Id="Rae469cca75db4a96" /><Relationship Type="http://schemas.openxmlformats.org/officeDocument/2006/relationships/notesMaster" Target="/ppt/notesMasters/notesMaster1.xml" Id="R7cd9cecf475b4e04" /><Relationship Type="http://schemas.openxmlformats.org/officeDocument/2006/relationships/presProps" Target="/ppt/presProps.xml" Id="R07f5b911da6f4aae" /><Relationship Type="http://schemas.openxmlformats.org/officeDocument/2006/relationships/tableStyles" Target="/ppt/tableStyles.xml" Id="Rbd35a4c555df4d4f" /><Relationship Type="http://schemas.openxmlformats.org/officeDocument/2006/relationships/slide" Target="/ppt/slides/slide1.xml" Id="R0b8b2e737a9945fe" /><Relationship Type="http://schemas.openxmlformats.org/officeDocument/2006/relationships/slide" Target="/ppt/slides/slide2.xml" Id="R00a591d3592b414a" /><Relationship Type="http://schemas.openxmlformats.org/officeDocument/2006/relationships/slide" Target="/ppt/slides/slide3.xml" Id="Re87cd89a0fa94e96" /><Relationship Type="http://schemas.openxmlformats.org/officeDocument/2006/relationships/slide" Target="/ppt/slides/slide4.xml" Id="R4b20b1c0ded3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a186b9435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b977d38ae447a" /><Relationship Type="http://schemas.openxmlformats.org/officeDocument/2006/relationships/notesMaster" Target="/ppt/notesMasters/notesMaster1.xml" Id="Rceef00074d0a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a7e3a6ac15426f" /><Relationship Type="http://schemas.openxmlformats.org/officeDocument/2006/relationships/notesMaster" Target="/ppt/notesMasters/notesMaster1.xml" Id="R039980efc70a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8572fc851b4c8d" /><Relationship Type="http://schemas.openxmlformats.org/officeDocument/2006/relationships/notesMaster" Target="/ppt/notesMasters/notesMaster1.xml" Id="R138014831e6246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57e61f7434d80" /><Relationship Type="http://schemas.openxmlformats.org/officeDocument/2006/relationships/notesMaster" Target="/ppt/notesMasters/notesMaster1.xml" Id="Ra944fd5fc0c643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c5d773a7046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0a5980429045f1" /><Relationship Type="http://schemas.openxmlformats.org/officeDocument/2006/relationships/slideLayout" Target="/ppt/slideLayouts/slideLayout1.xml" Id="R396130f7db0345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130f7db0345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ee4e8095346d4" /><Relationship Type="http://schemas.openxmlformats.org/officeDocument/2006/relationships/image" Target="/ppt/media/image.png" Id="R9b8869e822d04a5b" /><Relationship Type="http://schemas.openxmlformats.org/officeDocument/2006/relationships/notesSlide" Target="/ppt/notesSlides/notesSlide1.xml" Id="R876bb972e358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22716581e43f8" /><Relationship Type="http://schemas.openxmlformats.org/officeDocument/2006/relationships/notesSlide" Target="/ppt/notesSlides/notesSlide2.xml" Id="R5fe5762a432d48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21dc243554819" /><Relationship Type="http://schemas.openxmlformats.org/officeDocument/2006/relationships/notesSlide" Target="/ppt/notesSlides/notesSlide3.xml" Id="Ra2a1078f6bb34b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9655c684f4884" /><Relationship Type="http://schemas.openxmlformats.org/officeDocument/2006/relationships/notesSlide" Target="/ppt/notesSlides/notesSlide4.xml" Id="R4cba6fb6313b49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869e822d04a5b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8B682-45A8-4F09-8312-5505A37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39739-6661-4749-AC84-FAD64A8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ACADEMIC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C28B3-698A-4F80-ADF7-F0951B1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Supply Chain Network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7265D-75C4-434E-AA28-E3D69920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286AE-6D1A-421A-B50C-CCF999E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858140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03080-9749-4E15-B2E8-9915E7E1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2D04B-6F13-4246-8D38-1D1C690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E4FC5-67EE-415E-9D56-8ACB340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30E69-7A48-4049-96B2-4922BC71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The lowest fixed-cost network increased delivery distance, while the highest-service network added facility cost and excess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D90DC-CD52-4E6B-90FC-ADEF048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DD652-C41F-48DC-A81D-B8F05109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040BC-B1FD-41E7-B671-01A1D5AD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3AC4E-887A-45B8-913C-5259432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Academic model · Network optimization · Logistics</a:t>
            </a:r>
          </a:p>
        </p:txBody>
      </p:sp>
    </p:spTree>
    <p:extLst>
      <p:ext uri="{BB962C8B-B14F-4D97-AF65-F5344CB8AC3E}">
        <p14:creationId xmlns:p14="http://schemas.microsoft.com/office/powerpoint/2010/main" val="788334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F746C0-73AF-48AD-9BC2-40D3F37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1B954-DF72-4374-A7F3-5CF9E84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7CD7-72FC-4A5E-BD15-5DFD9769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54763-F36A-4A0F-95B7-CAB5C972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8C2FB-982A-4314-99A5-5CF1751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ACF9C-BF2A-477E-98EB-CCF18D6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Mapped demand and candidate sites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81627-28A8-49B7-A331-54829474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E7814-69CF-4FD3-835D-CE540EE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CAC17-4528-457A-AF9F-4C5B877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Modeled capacity and lane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D9DE3-B241-4979-8319-13A1AFF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54D66-FCCF-4E88-84D7-C14B2FDA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39317-8108-4097-94D9-38D86150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Compared three network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A0DBE-0077-4F85-934D-4CD89E8E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C53C8-79E5-4A35-95FE-6A8D6CE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D0C98-B5E5-443C-9275-050121AF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Stress-tested growth and disruption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7C1D7-5532-4E80-B8A9-10F5221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1708838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EC3C2-5C10-4806-88EB-2D8CCDF9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2ABC1-8699-4C7E-AA94-A05AB698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Recommended a modeled distribution network that balanced cost, service coverage, capacity, and resilience.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9644F-08E6-4131-B977-25DE34F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DDADA-CDCE-44C4-BCED-7D56456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Academic model · Network optimization · Logistics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BEED4-0ED4-4F38-9E42-5BF11A4D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1339675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2026-07-24T17:47:03.4200000Z</dcterms:created>
  <dcterms:modified xsi:type="dcterms:W3CDTF">2026-07-24T17:47:03.4200000Z</dcterms:modified>
</coreProperties>
</file>