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862bead37247de" /><Relationship Type="http://schemas.openxmlformats.org/officeDocument/2006/relationships/extended-properties" Target="/docProps/app.xml" Id="Rb8095b73850349db" /><Relationship Type="http://schemas.openxmlformats.org/officeDocument/2006/relationships/officeDocument" Target="/ppt/presentation.xml" Id="Rcd4b9d647c4441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fe594fc5bd4693"/>
  </p:sldMasterIdLst>
  <p:notesMasterIdLst>
    <p:notesMasterId xmlns:r="http://schemas.openxmlformats.org/officeDocument/2006/relationships" r:id="R61feb9b339794025"/>
  </p:notesMasterIdLst>
  <p:sldIdLst>
    <p:sldId xmlns:r="http://schemas.openxmlformats.org/officeDocument/2006/relationships" id="256" r:id="R57636fb8929148bf"/>
    <p:sldId xmlns:r="http://schemas.openxmlformats.org/officeDocument/2006/relationships" id="257" r:id="R1aadd5e2d9644c51"/>
    <p:sldId xmlns:r="http://schemas.openxmlformats.org/officeDocument/2006/relationships" id="258" r:id="R5ea3ed4eb417413f"/>
    <p:sldId xmlns:r="http://schemas.openxmlformats.org/officeDocument/2006/relationships" id="259" r:id="R475bc63e684f46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21f47965e43b2" /><Relationship Type="http://schemas.openxmlformats.org/officeDocument/2006/relationships/slideMaster" Target="/ppt/slideMasters/slideMaster1.xml" Id="R61fe594fc5bd4693" /><Relationship Type="http://schemas.openxmlformats.org/officeDocument/2006/relationships/notesMaster" Target="/ppt/notesMasters/notesMaster1.xml" Id="R61feb9b339794025" /><Relationship Type="http://schemas.openxmlformats.org/officeDocument/2006/relationships/presProps" Target="/ppt/presProps.xml" Id="Rc4aeebb91f994ae9" /><Relationship Type="http://schemas.openxmlformats.org/officeDocument/2006/relationships/tableStyles" Target="/ppt/tableStyles.xml" Id="R75dd4a056ae54cf1" /><Relationship Type="http://schemas.openxmlformats.org/officeDocument/2006/relationships/slide" Target="/ppt/slides/slide1.xml" Id="R57636fb8929148bf" /><Relationship Type="http://schemas.openxmlformats.org/officeDocument/2006/relationships/slide" Target="/ppt/slides/slide2.xml" Id="R1aadd5e2d9644c51" /><Relationship Type="http://schemas.openxmlformats.org/officeDocument/2006/relationships/slide" Target="/ppt/slides/slide3.xml" Id="R5ea3ed4eb417413f" /><Relationship Type="http://schemas.openxmlformats.org/officeDocument/2006/relationships/slide" Target="/ppt/slides/slide4.xml" Id="R475bc63e684f46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95b1ded1e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0dd5ca529f4f08" /><Relationship Type="http://schemas.openxmlformats.org/officeDocument/2006/relationships/notesMaster" Target="/ppt/notesMasters/notesMaster1.xml" Id="Rbc65f59f2004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db6030758742ae" /><Relationship Type="http://schemas.openxmlformats.org/officeDocument/2006/relationships/notesMaster" Target="/ppt/notesMasters/notesMaster1.xml" Id="Recd6bac1f07f43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c6a7264044e27" /><Relationship Type="http://schemas.openxmlformats.org/officeDocument/2006/relationships/notesMaster" Target="/ppt/notesMasters/notesMaster1.xml" Id="R5a44da5b717c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bc848e4c7f43ec" /><Relationship Type="http://schemas.openxmlformats.org/officeDocument/2006/relationships/notesMaster" Target="/ppt/notesMasters/notesMaster1.xml" Id="R04c6c6321df9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259d2a11c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13e7e309e74d5b" /><Relationship Type="http://schemas.openxmlformats.org/officeDocument/2006/relationships/slideLayout" Target="/ppt/slideLayouts/slideLayout1.xml" Id="R8e726b7454514c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26b7454514c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57b502feb4768" /><Relationship Type="http://schemas.openxmlformats.org/officeDocument/2006/relationships/image" Target="/ppt/media/image.png" Id="Ra1d21019be284ee0" /><Relationship Type="http://schemas.openxmlformats.org/officeDocument/2006/relationships/notesSlide" Target="/ppt/notesSlides/notesSlide1.xml" Id="R0e02fd2e9a8544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6ed3802c4021" /><Relationship Type="http://schemas.openxmlformats.org/officeDocument/2006/relationships/notesSlide" Target="/ppt/notesSlides/notesSlide2.xml" Id="R3d5c89ba33de4b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0e68b3ca4bfd" /><Relationship Type="http://schemas.openxmlformats.org/officeDocument/2006/relationships/notesSlide" Target="/ppt/notesSlides/notesSlide3.xml" Id="R92bd2e2f09f1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45cb22a544ae" /><Relationship Type="http://schemas.openxmlformats.org/officeDocument/2006/relationships/notesSlide" Target="/ppt/notesSlides/notesSlide4.xml" Id="Rb80da5773e03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21019be284ee0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A5DF8-C96D-41C5-9821-B0714F55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EAA14-7023-4BA3-81BD-5660E53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BUILDING A SUPPLIER DECISION THE BUSINESS COULD DEFEND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3E125-F00A-465A-A077-723C96D8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Strategic Sourcing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B051C-9AE4-44DD-98B4-F6D2F500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21C21-678B-4A29-BAB3-F974C86B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639141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CEFB1-E6D5-4D8A-B136-96242030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FBE98-6B9A-47E1-A1F8-9D208F29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8EB7C-1AF6-424E-96DF-3ED381B3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48ABF-5520-4BA8-8D56-633267A8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Supplier proposals differed across pricing, payment timing, risk, performance, and commercial terms, making quote-only comparison incomplete.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00F21-9963-4F4D-AC4D-DBE73E28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073F6-5F2D-47C9-B2E2-3ABCD553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A146D-B6AD-40B7-B4DB-15A8F337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1A77F-2594-41A8-96A2-21EC0897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RFx · NPV · BAFO · Supplier evaluation</a:t>
            </a:r>
          </a:p>
        </p:txBody>
      </p:sp>
    </p:spTree>
    <p:extLst>
      <p:ext uri="{BB962C8B-B14F-4D97-AF65-F5344CB8AC3E}">
        <p14:creationId xmlns:p14="http://schemas.microsoft.com/office/powerpoint/2010/main" val="163973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642D4-69E4-409A-B311-9529675A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F12B4-9EC7-4E85-9AA0-9FA5458D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70E36-2928-49B6-A21C-DE19099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D71F6-316B-4DA7-BE80-17D7BE2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A4EB2-AE75-4E64-9125-0BEDD1C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823D-1A7C-45F1-8242-A6E5AEBA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Structured RFx and market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CD858-D732-43E1-9343-6394F0C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90A9C-F9DC-46F1-B2C5-B9BB99E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50125-808D-45CA-9E56-909F4313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Leveled bids and weighted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4A8EA-E269-4135-A369-2B88A26B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2F195-037F-4304-BF58-2C7829D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8ACDA-564E-42B3-B962-67332A2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Modeled NPV and evaluated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940E0-78A7-4250-BB3A-77C6891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71DC6-2221-4596-9C51-635EA74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703DB-A596-4A92-89B1-840DD633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Led BAFO and award 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3B88E-03C9-4449-9627-1A636D7B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766267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7F296-00E6-4541-BAA3-985B178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844D5-4C6E-443D-A8CD-D0DD3193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Supported more than $20M in spend, 10+ RFx events, and $540K in verified savings, including a 9% evaluated-cost reduction.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61A06-7859-4917-AAD9-66E2788E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25D0A-43CE-4ACC-9B8F-04EF7CA2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RFx · NPV · BAFO · Supplier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30231-0D56-4C7A-B829-749E1E1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1689286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2026-07-24T17:47:02.7890000Z</dcterms:created>
  <dcterms:modified xsi:type="dcterms:W3CDTF">2026-07-24T17:47:02.7890000Z</dcterms:modified>
</coreProperties>
</file>